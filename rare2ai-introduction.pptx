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73152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罕见病联盟 rare2ai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A038"/>
                </a:solidFill>
                <a:latin typeface="Microsoft YaHei"/>
              </a:defRPr>
            </a:pPr>
            <a:r>
              <a:t>Rare Disease Community Alliance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AI驱动的罕见病患者社区与知识平台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Share your story. Support each 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平台愿景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Our Vision &amp;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🏠  为罕见病患者和家庭构建温暖的在线社区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📚  整合罕见病知识库，降低信息获取门槛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🤖  借助AI技术，提供智能化的疾病信息检索与匹配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764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🔗  连接患者、医生、研究者和公益组织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📊  推动罕见病领域的数据开放与协作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社区论坛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患者交流、经验分享、互助问答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疾病目录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罕见病分类浏览与详情查询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新闻资讯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最新研究进展与政策动态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实时通知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SSE推送，评论/点赞/系统消息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50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富文本发帖，代码高亮，GFM支持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4048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950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API调用统计，用户行为洞察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Next.js 14 (App Router) + React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样式方案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Tailwind CSS 4 + 暗色主题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SQLite (better-sqlite3) WAL模式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实时推送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Server-Sent Events (SSE)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50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认证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JWT Token + API Key 双模式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40480"/>
            <a:ext cx="3657600" cy="9144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950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038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Node.js 自托管，轻量级架构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AI集成 — MCP协议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AI Integration —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通过MCP协议，AI助手可以直接操作平台数据，实现智能化服务：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A038"/>
                </a:solidFill>
                <a:latin typeface="Microsoft YaHei"/>
              </a:defRPr>
            </a:pPr>
            <a:r>
              <a:t>已集成 14+ MCP工具，覆盖平台全部核心功能：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search_posts — 搜索社区帖子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create_post — 发布新帖子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get_disease_info — 查询疾病信息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search_news — 搜索新闻资讯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get_notifications — 获取用户通知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get_api_analytics — 获取API调用分析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  manage_users — 用户管理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API体系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RESTful API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帖子 /api/posts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CRUD、搜索、排序、分页、点赞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04288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疾病 /api/diseases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疾病目录查询与详情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新闻 /api/news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新闻列表与详情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21024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用户 /api/users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941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注册、登录、个人信息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79392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通知 /api/notifications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525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消息通知与已读管理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59"/>
            <a:ext cx="7680960" cy="54864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A038"/>
                </a:solidFill>
                <a:latin typeface="Microsoft YaHei"/>
              </a:defRPr>
            </a:pPr>
            <a:r>
              <a:t>分析 /api/analytics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010911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API调用统计与趋势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Platform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737360" cy="1371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038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737360" cy="1371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038"/>
                </a:solidFill>
                <a:latin typeface="Microsoft YaHei"/>
              </a:defRPr>
            </a:pPr>
            <a:r>
              <a:t>16+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1737360" cy="1371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038"/>
                </a:solidFill>
                <a:latin typeface="Microsoft YaHei"/>
              </a:defRPr>
            </a:pPr>
            <a:r>
              <a:t>14+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MCP工具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828800"/>
            <a:ext cx="1737360" cy="1371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03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SQLite WAL模式，高并发读取性能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API日志缓冲批量写入，90天自动清理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纯CSS图表，零外部依赖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JWT + API Key双认证模式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038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Target 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680960" cy="868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罕见病患者及家庭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获取疾病信息、分享经验、寻求支持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7680960" cy="868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医疗研究人员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查阅病例数据、发布研究成果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7680960" cy="868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开发者与AI研究者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通过MCP/API集成，构建创新应用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599"/>
            <a:ext cx="7680960" cy="868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038"/>
                </a:solidFill>
                <a:latin typeface="Microsoft YaHei"/>
              </a:defRPr>
            </a:pPr>
            <a:r>
              <a:t>公益组织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79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连接患者群体、推广救助项目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91440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感谢关注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A03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让每一个罕见病患者都不再孤单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No one is alone in the fight against rare diseases.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038"/>
                </a:solidFill>
                <a:latin typeface="Microsoft YaHei"/>
              </a:defRPr>
            </a:pPr>
            <a:r>
              <a:t>rare2ai  |  罕见病联盟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